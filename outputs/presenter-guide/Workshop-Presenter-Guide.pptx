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d754b9160b4cda" /><Relationship Type="http://schemas.openxmlformats.org/officeDocument/2006/relationships/extended-properties" Target="/docProps/app.xml" Id="Rfc6dd371e33e43c1" /><Relationship Type="http://schemas.openxmlformats.org/officeDocument/2006/relationships/officeDocument" Target="/ppt/presentation.xml" Id="Rd150545f75484c89" /></Relationships>
</file>

<file path=ppt/presentation.xml><?xml version="1.0" encoding="utf-8"?>
<p:presentation xmlns:p="http://schemas.openxmlformats.org/presentationml/2006/main">
  <p:sldMasterIdLst>
    <p:sldMasterId xmlns:r="http://schemas.openxmlformats.org/officeDocument/2006/relationships" id="2147483648" r:id="R5cce7645ac2c40b5"/>
  </p:sldMasterIdLst>
  <p:notesMasterIdLst>
    <p:notesMasterId xmlns:r="http://schemas.openxmlformats.org/officeDocument/2006/relationships" r:id="Ra5374dae0d54470f"/>
  </p:notesMasterIdLst>
  <p:sldIdLst>
    <p:sldId xmlns:r="http://schemas.openxmlformats.org/officeDocument/2006/relationships" id="256" r:id="Rc8f33ad8706b4e3f"/>
    <p:sldId xmlns:r="http://schemas.openxmlformats.org/officeDocument/2006/relationships" id="257" r:id="Rfc9bcba259cb4f39"/>
    <p:sldId xmlns:r="http://schemas.openxmlformats.org/officeDocument/2006/relationships" id="258" r:id="Rbd8b159fbe5e42fb"/>
    <p:sldId xmlns:r="http://schemas.openxmlformats.org/officeDocument/2006/relationships" id="259" r:id="Rf60d42e2a4544184"/>
    <p:sldId xmlns:r="http://schemas.openxmlformats.org/officeDocument/2006/relationships" id="260" r:id="Ref9b5433070f4fc1"/>
    <p:sldId xmlns:r="http://schemas.openxmlformats.org/officeDocument/2006/relationships" id="261" r:id="Rd0a7b7502b0e4d58"/>
    <p:sldId xmlns:r="http://schemas.openxmlformats.org/officeDocument/2006/relationships" id="262" r:id="R08f001e972444e39"/>
    <p:sldId xmlns:r="http://schemas.openxmlformats.org/officeDocument/2006/relationships" id="263" r:id="R408cc5b8cf5e483e"/>
    <p:sldId xmlns:r="http://schemas.openxmlformats.org/officeDocument/2006/relationships" id="264" r:id="R6764913b1b934886"/>
    <p:sldId xmlns:r="http://schemas.openxmlformats.org/officeDocument/2006/relationships" id="265" r:id="R910513167e164f75"/>
    <p:sldId xmlns:r="http://schemas.openxmlformats.org/officeDocument/2006/relationships" id="266" r:id="R7b7566f84c544a42"/>
    <p:sldId xmlns:r="http://schemas.openxmlformats.org/officeDocument/2006/relationships" id="267" r:id="R68b0ca9fa2674b19"/>
    <p:sldId xmlns:r="http://schemas.openxmlformats.org/officeDocument/2006/relationships" id="268" r:id="Rceec065136224a9e"/>
    <p:sldId xmlns:r="http://schemas.openxmlformats.org/officeDocument/2006/relationships" id="269" r:id="Rc988eb71eef94c48"/>
    <p:sldId xmlns:r="http://schemas.openxmlformats.org/officeDocument/2006/relationships" id="270" r:id="R9bc6f963eed14b6c"/>
    <p:sldId xmlns:r="http://schemas.openxmlformats.org/officeDocument/2006/relationships" id="271" r:id="Rd5b7126fa5d645cf"/>
    <p:sldId xmlns:r="http://schemas.openxmlformats.org/officeDocument/2006/relationships" id="272" r:id="R885b6d76757f45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07dce580c445ff" /><Relationship Type="http://schemas.openxmlformats.org/officeDocument/2006/relationships/slideMaster" Target="/ppt/slideMasters/slideMaster1.xml" Id="R5cce7645ac2c40b5" /><Relationship Type="http://schemas.openxmlformats.org/officeDocument/2006/relationships/notesMaster" Target="/ppt/notesMasters/notesMaster1.xml" Id="Ra5374dae0d54470f" /><Relationship Type="http://schemas.openxmlformats.org/officeDocument/2006/relationships/presProps" Target="/ppt/presProps.xml" Id="R5b7fe6fd733f49b1" /><Relationship Type="http://schemas.openxmlformats.org/officeDocument/2006/relationships/tableStyles" Target="/ppt/tableStyles.xml" Id="Rce052c904bbf485a" /><Relationship Type="http://schemas.openxmlformats.org/officeDocument/2006/relationships/slide" Target="/ppt/slides/slide1.xml" Id="Rc8f33ad8706b4e3f" /><Relationship Type="http://schemas.openxmlformats.org/officeDocument/2006/relationships/slide" Target="/ppt/slides/slide2.xml" Id="Rfc9bcba259cb4f39" /><Relationship Type="http://schemas.openxmlformats.org/officeDocument/2006/relationships/slide" Target="/ppt/slides/slide3.xml" Id="Rbd8b159fbe5e42fb" /><Relationship Type="http://schemas.openxmlformats.org/officeDocument/2006/relationships/slide" Target="/ppt/slides/slide4.xml" Id="Rf60d42e2a4544184" /><Relationship Type="http://schemas.openxmlformats.org/officeDocument/2006/relationships/slide" Target="/ppt/slides/slide5.xml" Id="Ref9b5433070f4fc1" /><Relationship Type="http://schemas.openxmlformats.org/officeDocument/2006/relationships/slide" Target="/ppt/slides/slide6.xml" Id="Rd0a7b7502b0e4d58" /><Relationship Type="http://schemas.openxmlformats.org/officeDocument/2006/relationships/slide" Target="/ppt/slides/slide7.xml" Id="R08f001e972444e39" /><Relationship Type="http://schemas.openxmlformats.org/officeDocument/2006/relationships/slide" Target="/ppt/slides/slide8.xml" Id="R408cc5b8cf5e483e" /><Relationship Type="http://schemas.openxmlformats.org/officeDocument/2006/relationships/slide" Target="/ppt/slides/slide9.xml" Id="R6764913b1b934886" /><Relationship Type="http://schemas.openxmlformats.org/officeDocument/2006/relationships/slide" Target="/ppt/slides/slide10.xml" Id="R910513167e164f75" /><Relationship Type="http://schemas.openxmlformats.org/officeDocument/2006/relationships/slide" Target="/ppt/slides/slide11.xml" Id="R7b7566f84c544a42" /><Relationship Type="http://schemas.openxmlformats.org/officeDocument/2006/relationships/slide" Target="/ppt/slides/slide12.xml" Id="R68b0ca9fa2674b19" /><Relationship Type="http://schemas.openxmlformats.org/officeDocument/2006/relationships/slide" Target="/ppt/slides/slide13.xml" Id="Rceec065136224a9e" /><Relationship Type="http://schemas.openxmlformats.org/officeDocument/2006/relationships/slide" Target="/ppt/slides/slide14.xml" Id="Rc988eb71eef94c48" /><Relationship Type="http://schemas.openxmlformats.org/officeDocument/2006/relationships/slide" Target="/ppt/slides/slide15.xml" Id="R9bc6f963eed14b6c" /><Relationship Type="http://schemas.openxmlformats.org/officeDocument/2006/relationships/slide" Target="/ppt/slides/slide16.xml" Id="Rd5b7126fa5d645cf" /><Relationship Type="http://schemas.openxmlformats.org/officeDocument/2006/relationships/slide" Target="/ppt/slides/slide17.xml" Id="R885b6d76757f45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e8f4e7a7ec4c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3ab5e6825c4aca" /><Relationship Type="http://schemas.openxmlformats.org/officeDocument/2006/relationships/notesMaster" Target="/ppt/notesMasters/notesMaster1.xml" Id="R66d6686632ad41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be6bb86fe646ca" /><Relationship Type="http://schemas.openxmlformats.org/officeDocument/2006/relationships/notesMaster" Target="/ppt/notesMasters/notesMaster1.xml" Id="R4bd3d8457c6a42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de13e526104181" /><Relationship Type="http://schemas.openxmlformats.org/officeDocument/2006/relationships/notesMaster" Target="/ppt/notesMasters/notesMaster1.xml" Id="R207816f2eaa74c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c15d1f086e4aa3" /><Relationship Type="http://schemas.openxmlformats.org/officeDocument/2006/relationships/notesMaster" Target="/ppt/notesMasters/notesMaster1.xml" Id="R24bee843d3cd4b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cf1866b7304f48" /><Relationship Type="http://schemas.openxmlformats.org/officeDocument/2006/relationships/notesMaster" Target="/ppt/notesMasters/notesMaster1.xml" Id="R0692aee465ad4e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cf1e68c0b54bda" /><Relationship Type="http://schemas.openxmlformats.org/officeDocument/2006/relationships/notesMaster" Target="/ppt/notesMasters/notesMaster1.xml" Id="R95a81fa61a3d4d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19977e7dd540ab" /><Relationship Type="http://schemas.openxmlformats.org/officeDocument/2006/relationships/notesMaster" Target="/ppt/notesMasters/notesMaster1.xml" Id="R8c3ae7f4e7a045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b7ff8ce0574f78" /><Relationship Type="http://schemas.openxmlformats.org/officeDocument/2006/relationships/notesMaster" Target="/ppt/notesMasters/notesMaster1.xml" Id="R76330bde54a949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916c0294b34821" /><Relationship Type="http://schemas.openxmlformats.org/officeDocument/2006/relationships/notesMaster" Target="/ppt/notesMasters/notesMaster1.xml" Id="R41b66957109a4c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c4ab5eb59c44d7" /><Relationship Type="http://schemas.openxmlformats.org/officeDocument/2006/relationships/notesMaster" Target="/ppt/notesMasters/notesMaster1.xml" Id="R5da18cc671df40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98014484d3475f" /><Relationship Type="http://schemas.openxmlformats.org/officeDocument/2006/relationships/notesMaster" Target="/ppt/notesMasters/notesMaster1.xml" Id="Rf01cd0f8e1e943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3ac3fa5fff41c9" /><Relationship Type="http://schemas.openxmlformats.org/officeDocument/2006/relationships/notesMaster" Target="/ppt/notesMasters/notesMaster1.xml" Id="R547159459ef547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45a3f8193d4a05" /><Relationship Type="http://schemas.openxmlformats.org/officeDocument/2006/relationships/notesMaster" Target="/ppt/notesMasters/notesMaster1.xml" Id="R14c6829f096341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3e0597ea8948dc" /><Relationship Type="http://schemas.openxmlformats.org/officeDocument/2006/relationships/notesMaster" Target="/ppt/notesMasters/notesMaster1.xml" Id="R76c51f279d03470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6c813cf3644828" /><Relationship Type="http://schemas.openxmlformats.org/officeDocument/2006/relationships/notesMaster" Target="/ppt/notesMasters/notesMaster1.xml" Id="R903aebfd0c194db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7f75558ba494033" /><Relationship Type="http://schemas.openxmlformats.org/officeDocument/2006/relationships/notesMaster" Target="/ppt/notesMasters/notesMaster1.xml" Id="Rd8deb15c12944f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756432350744965" /><Relationship Type="http://schemas.openxmlformats.org/officeDocument/2006/relationships/notesMaster" Target="/ppt/notesMasters/notesMaster1.xml" Id="Rf5cd732226a34a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audience arrives, open https://nasserdiary.com/workshops/presenter. Use your presenter credentials privately. Never project your password. The screenshots use a separate demonstration workshop.</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lists saved workshops. Create a fresh workshop for a new class, or choose the existing session you want to continue.</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clear challenge question that your audience can answer. This example uses AI Study Assistant. If approval is enabled, submissions require presenter review under More tools. Keep your presenter key private if its dialog appears.</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presenter controls the stage, and participant tasks update when the stage changes. The main sequence is Define the problem, Share ideas, Develop a solution, Plan the project, then Build &amp; present. Pause temporarily stops participation.</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demonstration code. In your lecture, show the QR code generated by your own workshop. Copy join link is useful for a class chat or learning platform. Show on projector opens the audience display.</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shows the actual participant page. Ask everyone to open the join link on a phone or laptop. They can choose English or Arabic. After joining, they click Let’s build to open their task.</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audience to describe a problem rather than jump to a product. Example: students cannot decide what to study first when deadlines overlap. The button says Submit idea even during the problem task.</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a few explanations from the room. A useful problem names the user and the difficulty. You can move back later if the team needs to clarify it. This screen displays the submitted example in the real presenter interface.</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each participant for a possible way to address the agreed problem. Avoid demanding a finished project at this stage. This example proposes an editable weekly study plan.</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usefulness and feasibility. Organize ideas is optional. You can use grouping or links when they help the discussion, but the workshop can proceed with the simple contribution view. At least one idea or solution is needed to continue.</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chosen idea appears on participant screens. With one idea, the app selects it automatically. With several ideas, choose the one to develop. Ask for a useful feature, a weakness, or a practical improvement before moving on.</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this task develops the current idea. Participants can add a feature, improve it, find a weakness, or suggest an alternative. The example adds breaks and rescheduling. When ready, the presenter clicks Next: Plan the project.</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the core idea and useful improvements. Keep the first prototype small. In this example, we include the study planner and its scheduling improvement. Included in project confirms the selection.</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creates a draft from contributions using a local template. It needs your review. Clarify Problem, Users, Solution, Features, Value and AI Role. Aim for a few concrete features the team can test. Scroll down for Refresh build prompt from canvas.</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the lower part of the same dialog. Refresh transfers your edited brief into the prompt. Copy it into your chosen AI coding tool to request a working prototype. Download prompt and Download brief keep copies. Save project brief stores the workshop’s brief and prompt.</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Next: Build &amp; present after saving the brief. This workshop prepares the plan and prompt. The external AI coding tool creates the working prototype. Ask the audience whether it solves the original problem, what works, and what should improve. Open brief &amp; build prompt lets you revisit the saved material.</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after the audience has shared feedback. Ending closes joining, voting and submissions while keeping contributions, the canvas and prompt saved. Export workshop is available in More tools if you need a record. The demonstration workshop shown in these screenshots has been ended.</a:t>
            </a:r>
          </a:p>
          <a:p xmlns:a="http://schemas.openxmlformats.org/drawingml/2006/main">
            <a:r>
              <a:t/>
            </a:r>
          </a:p>
          <a:p xmlns:a="http://schemas.openxmlformats.org/drawingml/2006/main">
            <a:r>
              <a:t>Source: actual live application at https://nasserdiary.com/workshops/ captured 7 October 2026. Example content belongs to the separate Presenter guide demo workshop, UTAS-949110. Use your own workshop code in a live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de3870210641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56f0e1db124436" /><Relationship Type="http://schemas.openxmlformats.org/officeDocument/2006/relationships/slideLayout" Target="/ppt/slideLayouts/slideLayout1.xml" Id="R661986d25d2b46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1986d25d2b46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6c1bd71b9b4b4b" /><Relationship Type="http://schemas.openxmlformats.org/officeDocument/2006/relationships/image" Target="/ppt/media/image.jpeg" Id="R6ac59ded31c04867" /><Relationship Type="http://schemas.openxmlformats.org/officeDocument/2006/relationships/notesSlide" Target="/ppt/notesSlides/notesSlide1.xml" Id="R0b76c3223a534e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b1033260eb4640" /><Relationship Type="http://schemas.openxmlformats.org/officeDocument/2006/relationships/image" Target="/ppt/media/image2.jpeg" Id="R58f2932533494ee5" /><Relationship Type="http://schemas.openxmlformats.org/officeDocument/2006/relationships/notesSlide" Target="/ppt/notesSlides/notesSlide2.xml" Id="R954c67ad341642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817b5c1cac4938" /><Relationship Type="http://schemas.openxmlformats.org/officeDocument/2006/relationships/image" Target="/ppt/media/image3.jpeg" Id="Rd58113a5fdb0456a" /><Relationship Type="http://schemas.openxmlformats.org/officeDocument/2006/relationships/notesSlide" Target="/ppt/notesSlides/notesSlide3.xml" Id="R90a4ee6537ac4d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1e9b4727fd4bf4" /><Relationship Type="http://schemas.openxmlformats.org/officeDocument/2006/relationships/image" Target="/ppt/media/image4.jpeg" Id="Rb10f8dae82ea4a73" /><Relationship Type="http://schemas.openxmlformats.org/officeDocument/2006/relationships/notesSlide" Target="/ppt/notesSlides/notesSlide4.xml" Id="R6fc8ef6e458e4a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0e803b4e924d5e" /><Relationship Type="http://schemas.openxmlformats.org/officeDocument/2006/relationships/image" Target="/ppt/media/image5.jpeg" Id="R3adf8f78d0404fe7" /><Relationship Type="http://schemas.openxmlformats.org/officeDocument/2006/relationships/notesSlide" Target="/ppt/notesSlides/notesSlide5.xml" Id="R5e3a1081de4644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7f2ee52ba546ee" /><Relationship Type="http://schemas.openxmlformats.org/officeDocument/2006/relationships/image" Target="/ppt/media/image6.jpeg" Id="Rb3472b721144468c" /><Relationship Type="http://schemas.openxmlformats.org/officeDocument/2006/relationships/notesSlide" Target="/ppt/notesSlides/notesSlide6.xml" Id="R857c27bd607846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db98a94acf4383" /><Relationship Type="http://schemas.openxmlformats.org/officeDocument/2006/relationships/image" Target="/ppt/media/image7.jpeg" Id="R033ae9d6195448e7" /><Relationship Type="http://schemas.openxmlformats.org/officeDocument/2006/relationships/notesSlide" Target="/ppt/notesSlides/notesSlide7.xml" Id="R1a901bbb396140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b529b961594c15" /><Relationship Type="http://schemas.openxmlformats.org/officeDocument/2006/relationships/image" Target="/ppt/media/image8.jpeg" Id="R2f2eb464a2554b55" /><Relationship Type="http://schemas.openxmlformats.org/officeDocument/2006/relationships/notesSlide" Target="/ppt/notesSlides/notesSlide8.xml" Id="R7475522365f14d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3be5dd560745fd" /><Relationship Type="http://schemas.openxmlformats.org/officeDocument/2006/relationships/image" Target="/ppt/media/image9.jpeg" Id="Rcb7e4f775ac24858" /><Relationship Type="http://schemas.openxmlformats.org/officeDocument/2006/relationships/notesSlide" Target="/ppt/notesSlides/notesSlide9.xml" Id="R4cad9425d9654a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8c002a7ead465b" /><Relationship Type="http://schemas.openxmlformats.org/officeDocument/2006/relationships/image" Target="/ppt/media/image10.jpeg" Id="Rfa216d296b6548f1" /><Relationship Type="http://schemas.openxmlformats.org/officeDocument/2006/relationships/notesSlide" Target="/ppt/notesSlides/notesSlide10.xml" Id="R9e59f395fee842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f74b85dc084a5f" /><Relationship Type="http://schemas.openxmlformats.org/officeDocument/2006/relationships/image" Target="/ppt/media/image11.jpeg" Id="R7cfdac95cfc845bc" /><Relationship Type="http://schemas.openxmlformats.org/officeDocument/2006/relationships/notesSlide" Target="/ppt/notesSlides/notesSlide11.xml" Id="R625e5797128742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102b5afdb234655" /><Relationship Type="http://schemas.openxmlformats.org/officeDocument/2006/relationships/image" Target="/ppt/media/image12.jpeg" Id="Rbd6173c2ccbc4d7d" /><Relationship Type="http://schemas.openxmlformats.org/officeDocument/2006/relationships/notesSlide" Target="/ppt/notesSlides/notesSlide12.xml" Id="Re9693ac7410d48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c1d2618d364aac" /><Relationship Type="http://schemas.openxmlformats.org/officeDocument/2006/relationships/image" Target="/ppt/media/image13.jpeg" Id="Rd2d65283ea384b89" /><Relationship Type="http://schemas.openxmlformats.org/officeDocument/2006/relationships/notesSlide" Target="/ppt/notesSlides/notesSlide13.xml" Id="Ra4cb6cb25c4a41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9e6fb0354b74bbf" /><Relationship Type="http://schemas.openxmlformats.org/officeDocument/2006/relationships/image" Target="/ppt/media/image14.jpeg" Id="R25bdce30681c4eb4" /><Relationship Type="http://schemas.openxmlformats.org/officeDocument/2006/relationships/notesSlide" Target="/ppt/notesSlides/notesSlide14.xml" Id="R9e147f20919b4e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eb7e84cc9743ec" /><Relationship Type="http://schemas.openxmlformats.org/officeDocument/2006/relationships/image" Target="/ppt/media/image15.jpeg" Id="R77ec316046484468" /><Relationship Type="http://schemas.openxmlformats.org/officeDocument/2006/relationships/notesSlide" Target="/ppt/notesSlides/notesSlide15.xml" Id="R6919016f95cb4f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89f82270db9402a" /><Relationship Type="http://schemas.openxmlformats.org/officeDocument/2006/relationships/image" Target="/ppt/media/image16.jpeg" Id="Rf5035bb87cee4be3" /><Relationship Type="http://schemas.openxmlformats.org/officeDocument/2006/relationships/notesSlide" Target="/ppt/notesSlides/notesSlide16.xml" Id="R8b8793b5e89547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fb26b78d3424348" /><Relationship Type="http://schemas.openxmlformats.org/officeDocument/2006/relationships/image" Target="/ppt/media/image17.jpeg" Id="R17ff3ea7a96049c9" /><Relationship Type="http://schemas.openxmlformats.org/officeDocument/2006/relationships/notesSlide" Target="/ppt/notesSlides/notesSlide17.xml" Id="R75fb254b5b614c5b" /></Relationships>
</file>

<file path=ppt/slides/slide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7379519-4798-4DC1-B510-584A2466F483}"/>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Presenter sign-in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ac59ded31c04867"/>
          <a:stretch xmlns:a="http://schemas.openxmlformats.org/drawingml/2006/main"/>
        </p:blipFill>
        <p:spPr>
          <a:xfrm xmlns:a="http://schemas.openxmlformats.org/drawingml/2006/main">
            <a:off x="304800" y="1052513"/>
            <a:ext cx="8991600" cy="505777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F1F34B8A-CE7C-46F9-9539-E9C9A26EE769}"/>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Open the presenter page.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Enter your username and password.</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Sign in.</a:t>
            </a:r>
          </a:p>
        </p:txBody>
      </p:sp>
      <p:sp>
        <p:nvSpPr>
          <p:cNvPr id="4" name="footer">
            <a:extLst xmlns:a="http://schemas.openxmlformats.org/drawingml/2006/main">
              <a:ext uri="{FF2B5EF4-FFF2-40B4-BE49-F238E27FC236}">
                <a16:creationId xmlns:a16="http://schemas.microsoft.com/office/drawing/2014/main" id="{85A318F3-2F1C-45EA-A68A-CFCF1CACE105}"/>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07BDA1EC-11C7-4D3B-B947-F77D9DA681EF}"/>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 / 17</a:t>
            </a:r>
          </a:p>
        </p:txBody>
      </p:sp>
    </p:spTree>
    <p:extLst>
      <p:ext uri="{BB962C8B-B14F-4D97-AF65-F5344CB8AC3E}">
        <p14:creationId xmlns:p14="http://schemas.microsoft.com/office/powerpoint/2010/main" val="2077745005"/>
      </p:ext>
    </p:extLst>
  </p:cSld>
</p:sld>
</file>

<file path=ppt/slides/slide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74491ED-9BE1-4DD8-A0CD-20F87B99E280}"/>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A new workshop</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8f2932533494ee5"/>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7954AE42-A340-4D38-920B-ECA20684C050}"/>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Create workshop.</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To resume a session, click its name.</a:t>
            </a:r>
          </a:p>
        </p:txBody>
      </p:sp>
      <p:sp>
        <p:nvSpPr>
          <p:cNvPr id="4" name="footer">
            <a:extLst xmlns:a="http://schemas.openxmlformats.org/drawingml/2006/main">
              <a:ext uri="{FF2B5EF4-FFF2-40B4-BE49-F238E27FC236}">
                <a16:creationId xmlns:a16="http://schemas.microsoft.com/office/drawing/2014/main" id="{753F033F-110D-40BB-B92D-CC44003B371C}"/>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BC068D72-582D-4625-96E1-7DA2121BFBE8}"/>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2 / 17</a:t>
            </a:r>
          </a:p>
        </p:txBody>
      </p:sp>
    </p:spTree>
    <p:extLst>
      <p:ext uri="{BB962C8B-B14F-4D97-AF65-F5344CB8AC3E}">
        <p14:creationId xmlns:p14="http://schemas.microsoft.com/office/powerpoint/2010/main" val="420130940"/>
      </p:ext>
    </p:extLst>
  </p:cSld>
</p:sld>
</file>

<file path=ppt/slides/slide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E96AFE0-6C7D-4346-8F6C-36AF14013BED}"/>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Workshop setup</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58113a5fdb0456a"/>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44D7D0A4-60E1-4A03-8E05-AFCA156516FD}"/>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Choose a challenge.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Set the workshop name and language.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Start workshop.</a:t>
            </a:r>
          </a:p>
        </p:txBody>
      </p:sp>
      <p:sp>
        <p:nvSpPr>
          <p:cNvPr id="4" name="footer">
            <a:extLst xmlns:a="http://schemas.openxmlformats.org/drawingml/2006/main">
              <a:ext uri="{FF2B5EF4-FFF2-40B4-BE49-F238E27FC236}">
                <a16:creationId xmlns:a16="http://schemas.microsoft.com/office/drawing/2014/main" id="{978EF78E-BEE3-46FC-A63D-BA3257D298CE}"/>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EB2DA219-465E-4B00-A620-58DE2A5E60EB}"/>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3 / 17</a:t>
            </a:r>
          </a:p>
        </p:txBody>
      </p:sp>
    </p:spTree>
    <p:extLst>
      <p:ext uri="{BB962C8B-B14F-4D97-AF65-F5344CB8AC3E}">
        <p14:creationId xmlns:p14="http://schemas.microsoft.com/office/powerpoint/2010/main" val="213542620"/>
      </p:ext>
    </p:extLst>
  </p:cSld>
</p:sld>
</file>

<file path=ppt/slides/slide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D80F72D-F6F5-4F89-B066-0AE2EE59F307}"/>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The five-step journey</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10f8dae82ea4a73"/>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AF8751D6-5DB2-49AF-89BE-620E4DE92929}"/>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Use the five steps across the top.</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First, click Invite audience.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Then click Start: gather problems.</a:t>
            </a:r>
          </a:p>
        </p:txBody>
      </p:sp>
      <p:sp>
        <p:nvSpPr>
          <p:cNvPr id="4" name="footer">
            <a:extLst xmlns:a="http://schemas.openxmlformats.org/drawingml/2006/main">
              <a:ext uri="{FF2B5EF4-FFF2-40B4-BE49-F238E27FC236}">
                <a16:creationId xmlns:a16="http://schemas.microsoft.com/office/drawing/2014/main" id="{D6BDB5F6-CBBB-4959-A6F0-7D0DEF39E0AD}"/>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16534673-BACA-416B-91F0-0FD660C02BB0}"/>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4 / 17</a:t>
            </a:r>
          </a:p>
        </p:txBody>
      </p:sp>
    </p:spTree>
    <p:extLst>
      <p:ext uri="{BB962C8B-B14F-4D97-AF65-F5344CB8AC3E}">
        <p14:creationId xmlns:p14="http://schemas.microsoft.com/office/powerpoint/2010/main" val="1244267966"/>
      </p:ext>
    </p:extLst>
  </p:cSld>
</p:sld>
</file>

<file path=ppt/slides/slide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7577413-326B-490E-BE2E-313115EEFFAA}"/>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Audience invitation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adf8f78d0404fe7"/>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8CDAE61A-0669-4DF9-890F-910C0779FFB9}"/>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Show your workshop QR code.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Participants scan it or use the join link.</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Watch the joined count.</a:t>
            </a:r>
          </a:p>
        </p:txBody>
      </p:sp>
      <p:sp>
        <p:nvSpPr>
          <p:cNvPr id="4" name="footer">
            <a:extLst xmlns:a="http://schemas.openxmlformats.org/drawingml/2006/main">
              <a:ext uri="{FF2B5EF4-FFF2-40B4-BE49-F238E27FC236}">
                <a16:creationId xmlns:a16="http://schemas.microsoft.com/office/drawing/2014/main" id="{D844E237-F06A-48EE-AE4C-0659D08BB27B}"/>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5B64BAAF-54C0-4821-870F-98CF530F870C}"/>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5 / 17</a:t>
            </a:r>
          </a:p>
        </p:txBody>
      </p:sp>
    </p:spTree>
    <p:extLst>
      <p:ext uri="{BB962C8B-B14F-4D97-AF65-F5344CB8AC3E}">
        <p14:creationId xmlns:p14="http://schemas.microsoft.com/office/powerpoint/2010/main" val="449130424"/>
      </p:ext>
    </p:extLst>
  </p:cSld>
</p:sld>
</file>

<file path=ppt/slides/slide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E8C8D0D-3230-4513-B4C9-5ECD2C746E4F}"/>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Participant entry</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3472b721144468c"/>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DAA57D72-D262-4595-84C0-13ACC08EC0F6}"/>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Participants enter a name.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They click Join the team.</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Anonymous entry is optional.</a:t>
            </a:r>
          </a:p>
        </p:txBody>
      </p:sp>
      <p:sp>
        <p:nvSpPr>
          <p:cNvPr id="4" name="footer">
            <a:extLst xmlns:a="http://schemas.openxmlformats.org/drawingml/2006/main">
              <a:ext uri="{FF2B5EF4-FFF2-40B4-BE49-F238E27FC236}">
                <a16:creationId xmlns:a16="http://schemas.microsoft.com/office/drawing/2014/main" id="{F12213C6-21E4-4EC8-A852-93AEB8EDD6BF}"/>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F7CF8F7F-D37B-4495-AFE8-CD285A74B79E}"/>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6 / 17</a:t>
            </a:r>
          </a:p>
        </p:txBody>
      </p:sp>
    </p:spTree>
    <p:extLst>
      <p:ext uri="{BB962C8B-B14F-4D97-AF65-F5344CB8AC3E}">
        <p14:creationId xmlns:p14="http://schemas.microsoft.com/office/powerpoint/2010/main" val="1729858671"/>
      </p:ext>
    </p:extLst>
  </p:cSld>
</p:sld>
</file>

<file path=ppt/slides/slide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2EBA19A-8635-4425-9461-78A5560A5D59}"/>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1: the audience’s problem</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33ae9d6195448e7"/>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11192908-E9BA-484A-A399-EBEC60B7366D}"/>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Describe who needs help and what is difficult.</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Submit idea.</a:t>
            </a:r>
          </a:p>
        </p:txBody>
      </p:sp>
      <p:sp>
        <p:nvSpPr>
          <p:cNvPr id="4" name="footer">
            <a:extLst xmlns:a="http://schemas.openxmlformats.org/drawingml/2006/main">
              <a:ext uri="{FF2B5EF4-FFF2-40B4-BE49-F238E27FC236}">
                <a16:creationId xmlns:a16="http://schemas.microsoft.com/office/drawing/2014/main" id="{6CD02CA3-4992-4028-A474-D8C84500B06E}"/>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1204CDBC-8B13-41DD-988A-402EA3C021F7}"/>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7 / 17</a:t>
            </a:r>
          </a:p>
        </p:txBody>
      </p:sp>
    </p:spTree>
    <p:extLst>
      <p:ext uri="{BB962C8B-B14F-4D97-AF65-F5344CB8AC3E}">
        <p14:creationId xmlns:p14="http://schemas.microsoft.com/office/powerpoint/2010/main" val="1592591685"/>
      </p:ext>
    </p:extLst>
  </p:cSld>
</p:sld>
</file>

<file path=ppt/slides/slide8.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AF503F0-BDF0-4664-A9C8-D3B8E5D6209B}"/>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1: shared problems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f2eb464a2554b55"/>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93C523A4-B46D-4655-9084-9574A08191B6}"/>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Read the contributions together.</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Agree on a clear problem.</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Next: Share ideas.</a:t>
            </a:r>
          </a:p>
        </p:txBody>
      </p:sp>
      <p:sp>
        <p:nvSpPr>
          <p:cNvPr id="4" name="footer">
            <a:extLst xmlns:a="http://schemas.openxmlformats.org/drawingml/2006/main">
              <a:ext uri="{FF2B5EF4-FFF2-40B4-BE49-F238E27FC236}">
                <a16:creationId xmlns:a16="http://schemas.microsoft.com/office/drawing/2014/main" id="{0C9DAD75-FD96-4AEA-92D7-A181A3B3EEC9}"/>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342030C8-5FDD-4053-99E7-0641F2EA2C1C}"/>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8 / 17</a:t>
            </a:r>
          </a:p>
        </p:txBody>
      </p:sp>
    </p:spTree>
    <p:extLst>
      <p:ext uri="{BB962C8B-B14F-4D97-AF65-F5344CB8AC3E}">
        <p14:creationId xmlns:p14="http://schemas.microsoft.com/office/powerpoint/2010/main" val="531337804"/>
      </p:ext>
    </p:extLst>
  </p:cSld>
</p:sld>
</file>

<file path=ppt/slides/slide9.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1726CFB-23EC-4857-ABDD-5BCDDA038A48}"/>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2: possible ideas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b7e4f775ac24858"/>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A8842F01-6CD3-4477-8ADF-851930426748}"/>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Suggest a simple solution.</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Give it a short title.</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Submit idea.</a:t>
            </a:r>
          </a:p>
        </p:txBody>
      </p:sp>
      <p:sp>
        <p:nvSpPr>
          <p:cNvPr id="4" name="footer">
            <a:extLst xmlns:a="http://schemas.openxmlformats.org/drawingml/2006/main">
              <a:ext uri="{FF2B5EF4-FFF2-40B4-BE49-F238E27FC236}">
                <a16:creationId xmlns:a16="http://schemas.microsoft.com/office/drawing/2014/main" id="{76622357-2E91-4C72-AF6A-77394EB47522}"/>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B7546835-B14C-4633-AE3A-D2A26EC80053}"/>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9 / 17</a:t>
            </a:r>
          </a:p>
        </p:txBody>
      </p:sp>
    </p:spTree>
    <p:extLst>
      <p:ext uri="{BB962C8B-B14F-4D97-AF65-F5344CB8AC3E}">
        <p14:creationId xmlns:p14="http://schemas.microsoft.com/office/powerpoint/2010/main" val="135139730"/>
      </p:ext>
    </p:extLst>
  </p:cSld>
</p:sld>
</file>

<file path=ppt/slides/slide10.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72B5C5A-2E33-4E5B-B99A-A68BA96DA667}"/>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2: discussion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a216d296b6548f1"/>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AAF63644-F4B9-497C-A36F-A6F2F5DD73FF}"/>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Compare the ideas with the room.</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Choose a promising direction.</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Next: Develop a solution.</a:t>
            </a:r>
          </a:p>
        </p:txBody>
      </p:sp>
      <p:sp>
        <p:nvSpPr>
          <p:cNvPr id="4" name="footer">
            <a:extLst xmlns:a="http://schemas.openxmlformats.org/drawingml/2006/main">
              <a:ext uri="{FF2B5EF4-FFF2-40B4-BE49-F238E27FC236}">
                <a16:creationId xmlns:a16="http://schemas.microsoft.com/office/drawing/2014/main" id="{5E7B6EDE-E7BF-4651-9878-A28A8D423D82}"/>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A10383E7-BDA8-4F21-896D-628C5D869830}"/>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10 / 17</a:t>
            </a:r>
          </a:p>
        </p:txBody>
      </p:sp>
    </p:spTree>
    <p:extLst>
      <p:ext uri="{BB962C8B-B14F-4D97-AF65-F5344CB8AC3E}">
        <p14:creationId xmlns:p14="http://schemas.microsoft.com/office/powerpoint/2010/main" val="251562034"/>
      </p:ext>
    </p:extLst>
  </p:cSld>
</p:sld>
</file>

<file path=ppt/slides/slide1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617A322-6F5F-4162-A83A-C7E2724AA2B2}"/>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3: the chosen solution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fdac95cfc845bc"/>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FBBD5FB6-ABB6-4BBB-94CB-F4BC6075B4CB}"/>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Check the Developing label.</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Use Develop this idea to choose another idea.</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Ask how it can improve.</a:t>
            </a:r>
          </a:p>
        </p:txBody>
      </p:sp>
      <p:sp>
        <p:nvSpPr>
          <p:cNvPr id="4" name="footer">
            <a:extLst xmlns:a="http://schemas.openxmlformats.org/drawingml/2006/main">
              <a:ext uri="{FF2B5EF4-FFF2-40B4-BE49-F238E27FC236}">
                <a16:creationId xmlns:a16="http://schemas.microsoft.com/office/drawing/2014/main" id="{F7ABEEB1-CD73-440B-B417-2C6F042FCB89}"/>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73443C97-7A31-472A-A2B7-4EDB1EA1B860}"/>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11 / 17</a:t>
            </a:r>
          </a:p>
        </p:txBody>
      </p:sp>
    </p:spTree>
    <p:extLst>
      <p:ext uri="{BB962C8B-B14F-4D97-AF65-F5344CB8AC3E}">
        <p14:creationId xmlns:p14="http://schemas.microsoft.com/office/powerpoint/2010/main" val="315792168"/>
      </p:ext>
    </p:extLst>
  </p:cSld>
</p:sld>
</file>

<file path=ppt/slides/slide1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953BFEB-1C83-4777-8F37-28C3D9A6E82A}"/>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3: audience improvements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d6173c2ccbc4d7d"/>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868C9420-C08C-4AB6-B4A4-DAC0B544CDE6}"/>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Participants build on the selected idea.</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They click Submit improvement.</a:t>
            </a:r>
          </a:p>
        </p:txBody>
      </p:sp>
      <p:sp>
        <p:nvSpPr>
          <p:cNvPr id="4" name="footer">
            <a:extLst xmlns:a="http://schemas.openxmlformats.org/drawingml/2006/main">
              <a:ext uri="{FF2B5EF4-FFF2-40B4-BE49-F238E27FC236}">
                <a16:creationId xmlns:a16="http://schemas.microsoft.com/office/drawing/2014/main" id="{9FD653BB-39A3-4036-BEE9-53003068220A}"/>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FE82CD5C-110D-44FB-A68B-8BD41B6113D0}"/>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12 / 17</a:t>
            </a:r>
          </a:p>
        </p:txBody>
      </p:sp>
    </p:spTree>
    <p:extLst>
      <p:ext uri="{BB962C8B-B14F-4D97-AF65-F5344CB8AC3E}">
        <p14:creationId xmlns:p14="http://schemas.microsoft.com/office/powerpoint/2010/main" val="1148046767"/>
      </p:ext>
    </p:extLst>
  </p:cSld>
</p:sld>
</file>

<file path=ppt/slides/slide1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2A41526-6944-4183-888F-7908D9FC727C}"/>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4: project selection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2d65283ea384b89"/>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85392D22-BB30-48C6-837A-119233499AE4}"/>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Include in project for the ideas you want.</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Then click Create project brief.</a:t>
            </a:r>
          </a:p>
        </p:txBody>
      </p:sp>
      <p:sp>
        <p:nvSpPr>
          <p:cNvPr id="4" name="footer">
            <a:extLst xmlns:a="http://schemas.openxmlformats.org/drawingml/2006/main">
              <a:ext uri="{FF2B5EF4-FFF2-40B4-BE49-F238E27FC236}">
                <a16:creationId xmlns:a16="http://schemas.microsoft.com/office/drawing/2014/main" id="{13A55FBF-3EA0-48D0-B769-92513D23A28E}"/>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04776A92-5D42-4696-BCEF-69160B835920}"/>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13 / 17</a:t>
            </a:r>
          </a:p>
        </p:txBody>
      </p:sp>
    </p:spTree>
    <p:extLst>
      <p:ext uri="{BB962C8B-B14F-4D97-AF65-F5344CB8AC3E}">
        <p14:creationId xmlns:p14="http://schemas.microsoft.com/office/powerpoint/2010/main" val="258736307"/>
      </p:ext>
    </p:extLst>
  </p:cSld>
</p:sld>
</file>

<file path=ppt/slides/slide1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67F782B-A8A5-4A8D-8AB0-EE7A405EC14B}"/>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4: the project brief</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5bdce30681c4eb4"/>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92D5E0A2-E4A2-4CC6-813C-AF0CFEC18ADF}"/>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Review and edit every field.</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Name the users and core features.</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Explain how AI helps.</a:t>
            </a:r>
          </a:p>
        </p:txBody>
      </p:sp>
      <p:sp>
        <p:nvSpPr>
          <p:cNvPr id="4" name="footer">
            <a:extLst xmlns:a="http://schemas.openxmlformats.org/drawingml/2006/main">
              <a:ext uri="{FF2B5EF4-FFF2-40B4-BE49-F238E27FC236}">
                <a16:creationId xmlns:a16="http://schemas.microsoft.com/office/drawing/2014/main" id="{551CAB45-B882-43D0-B878-50D7EAB644F4}"/>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F7B4593A-C7F6-48F9-A685-07DD943EBC31}"/>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14 / 17</a:t>
            </a:r>
          </a:p>
        </p:txBody>
      </p:sp>
    </p:spTree>
    <p:extLst>
      <p:ext uri="{BB962C8B-B14F-4D97-AF65-F5344CB8AC3E}">
        <p14:creationId xmlns:p14="http://schemas.microsoft.com/office/powerpoint/2010/main" val="1878672713"/>
      </p:ext>
    </p:extLst>
  </p:cSld>
</p:sld>
</file>

<file path=ppt/slides/slide1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C709B01-36B6-4239-B309-DA8C294B4B67}"/>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The build prompt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7ec316046484468"/>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972FACFF-A628-4955-8ACD-C066AD356886}"/>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Refresh build prompt from canvas after editing.</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Copy build prompt.</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Save project brief.</a:t>
            </a:r>
          </a:p>
        </p:txBody>
      </p:sp>
      <p:sp>
        <p:nvSpPr>
          <p:cNvPr id="4" name="footer">
            <a:extLst xmlns:a="http://schemas.openxmlformats.org/drawingml/2006/main">
              <a:ext uri="{FF2B5EF4-FFF2-40B4-BE49-F238E27FC236}">
                <a16:creationId xmlns:a16="http://schemas.microsoft.com/office/drawing/2014/main" id="{2F503842-D50B-4EA1-9C92-C04C54597EA0}"/>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C7191CEF-3BE9-443C-A78F-3822701F2AD3}"/>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15 / 17</a:t>
            </a:r>
          </a:p>
        </p:txBody>
      </p:sp>
    </p:spTree>
    <p:extLst>
      <p:ext uri="{BB962C8B-B14F-4D97-AF65-F5344CB8AC3E}">
        <p14:creationId xmlns:p14="http://schemas.microsoft.com/office/powerpoint/2010/main" val="1709410058"/>
      </p:ext>
    </p:extLst>
  </p:cSld>
</p:sld>
</file>

<file path=ppt/slides/slide1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4063BA2-8B35-407E-B237-204127DB6DA2}"/>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Step 5: building and feedback</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5035bb87cee4be3"/>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1E34AD40-6139-48D7-A14C-A0AE12EF1474}"/>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Build in your chosen AI coding tool.</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Test the core features.</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Show the prototype and collect feedback.</a:t>
            </a:r>
          </a:p>
        </p:txBody>
      </p:sp>
      <p:sp>
        <p:nvSpPr>
          <p:cNvPr id="4" name="footer">
            <a:extLst xmlns:a="http://schemas.openxmlformats.org/drawingml/2006/main">
              <a:ext uri="{FF2B5EF4-FFF2-40B4-BE49-F238E27FC236}">
                <a16:creationId xmlns:a16="http://schemas.microsoft.com/office/drawing/2014/main" id="{33E8BF45-6F79-45F7-AFDC-51DF9DE89730}"/>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374523FB-4323-4EFC-9FC6-BD23CD36D8FE}"/>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16 / 17</a:t>
            </a:r>
          </a:p>
        </p:txBody>
      </p:sp>
    </p:spTree>
    <p:extLst>
      <p:ext uri="{BB962C8B-B14F-4D97-AF65-F5344CB8AC3E}">
        <p14:creationId xmlns:p14="http://schemas.microsoft.com/office/powerpoint/2010/main" val="1077255668"/>
      </p:ext>
    </p:extLst>
  </p:cSld>
</p:sld>
</file>

<file path=ppt/slides/slide1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E207D18-E014-4475-9D0C-17C5A2D71A56}"/>
              </a:ext>
            </a:extLst>
          </p:cNvPr>
          <p:cNvSpPr>
            <a:spLocks xmlns:a="http://schemas.openxmlformats.org/drawingml/2006/main" noGrp="1"/>
          </p:cNvSpPr>
          <p:nvPr/>
        </p:nvSpPr>
        <p:spPr>
          <a:xfrm xmlns:a="http://schemas.openxmlformats.org/drawingml/2006/main">
            <a:off x="304800" y="266700"/>
            <a:ext cx="1158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2B"/>
                </a:solidFill>
                <a:latin typeface="Arial"/>
                <a:ea typeface="Arial"/>
                <a:cs typeface="Arial"/>
              </a:defRPr>
            </a:pPr>
            <a:r>
              <a:rPr sz="3300" b="1">
                <a:solidFill>
                  <a:srgbClr val="17252B"/>
                </a:solidFill>
                <a:latin typeface="Arial"/>
                <a:ea typeface="Arial"/>
                <a:cs typeface="Arial"/>
              </a:rPr>
              <a:t>Closing the workshop</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7ff3ea7a96049c9"/>
          <a:stretch xmlns:a="http://schemas.openxmlformats.org/drawingml/2006/main"/>
        </p:blipFill>
        <p:spPr>
          <a:xfrm xmlns:a="http://schemas.openxmlformats.org/drawingml/2006/main">
            <a:off x="304800" y="1050958"/>
            <a:ext cx="8991600" cy="5060885"/>
          </a:xfrm>
          <a:prstGeom xmlns:a="http://schemas.openxmlformats.org/drawingml/2006/main" prst="rect">
            <a:avLst/>
          </a:prstGeom>
        </p:spPr>
      </p:pic>
      <p:sp>
        <p:nvSpPr>
          <p:cNvPr id="3" name="instructions">
            <a:extLst xmlns:a="http://schemas.openxmlformats.org/drawingml/2006/main">
              <a:ext uri="{FF2B5EF4-FFF2-40B4-BE49-F238E27FC236}">
                <a16:creationId xmlns:a16="http://schemas.microsoft.com/office/drawing/2014/main" id="{8CDEF9B4-FF83-43C1-9F93-2DF7F5A1EC60}"/>
              </a:ext>
            </a:extLst>
          </p:cNvPr>
          <p:cNvSpPr>
            <a:spLocks xmlns:a="http://schemas.openxmlformats.org/drawingml/2006/main" noGrp="1"/>
          </p:cNvSpPr>
          <p:nvPr/>
        </p:nvSpPr>
        <p:spPr>
          <a:xfrm xmlns:a="http://schemas.openxmlformats.org/drawingml/2006/main">
            <a:off x="9544050" y="1143000"/>
            <a:ext cx="2362200" cy="471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Open More tools.</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Click End workshop.</a:t>
            </a:r>
          </a:p>
          <a:p xmlns:a="http://schemas.openxmlformats.org/drawingml/2006/main">
            <a:r>
              <a:t/>
            </a:r>
          </a:p>
          <a:p xmlns:a="http://schemas.openxmlformats.org/drawingml/2006/main">
            <a:pPr>
              <a:defRPr sz="1875" b="0">
                <a:solidFill>
                  <a:srgbClr val="20363C"/>
                </a:solidFill>
                <a:latin typeface="Arial"/>
                <a:ea typeface="Arial"/>
                <a:cs typeface="Arial"/>
              </a:defRPr>
            </a:pPr>
            <a:r>
              <a:rPr sz="1875" b="0">
                <a:solidFill>
                  <a:srgbClr val="20363C"/>
                </a:solidFill>
                <a:latin typeface="Arial"/>
                <a:ea typeface="Arial"/>
                <a:cs typeface="Arial"/>
              </a:rPr>
              <a:t>Confirm End &amp; show final reveal.</a:t>
            </a:r>
          </a:p>
        </p:txBody>
      </p:sp>
      <p:sp>
        <p:nvSpPr>
          <p:cNvPr id="4" name="footer">
            <a:extLst xmlns:a="http://schemas.openxmlformats.org/drawingml/2006/main">
              <a:ext uri="{FF2B5EF4-FFF2-40B4-BE49-F238E27FC236}">
                <a16:creationId xmlns:a16="http://schemas.microsoft.com/office/drawing/2014/main" id="{CA53B850-E283-4C36-B392-A52F74C63084}"/>
              </a:ext>
            </a:extLst>
          </p:cNvPr>
          <p:cNvSpPr>
            <a:spLocks xmlns:a="http://schemas.openxmlformats.org/drawingml/2006/main" noGrp="1"/>
          </p:cNvSpPr>
          <p:nvPr/>
        </p:nvSpPr>
        <p:spPr>
          <a:xfrm xmlns:a="http://schemas.openxmlformats.org/drawingml/2006/main">
            <a:off x="3048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AI Collab Lab presenter guide · Real app screenshots · 7 October 2026</a:t>
            </a:r>
          </a:p>
        </p:txBody>
      </p:sp>
      <p:sp>
        <p:nvSpPr>
          <p:cNvPr id="5" name="page">
            <a:extLst xmlns:a="http://schemas.openxmlformats.org/drawingml/2006/main">
              <a:ext uri="{FF2B5EF4-FFF2-40B4-BE49-F238E27FC236}">
                <a16:creationId xmlns:a16="http://schemas.microsoft.com/office/drawing/2014/main" id="{95DEFAA9-941D-493D-939A-D6B1C94729E5}"/>
              </a:ext>
            </a:extLst>
          </p:cNvPr>
          <p:cNvSpPr>
            <a:spLocks xmlns:a="http://schemas.openxmlformats.org/drawingml/2006/main" noGrp="1"/>
          </p:cNvSpPr>
          <p:nvPr/>
        </p:nvSpPr>
        <p:spPr>
          <a:xfrm xmlns:a="http://schemas.openxmlformats.org/drawingml/2006/main">
            <a:off x="10953750" y="64008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46B"/>
                </a:solidFill>
                <a:latin typeface="Arial"/>
                <a:ea typeface="Arial"/>
                <a:cs typeface="Arial"/>
              </a:defRPr>
            </a:pPr>
            <a:r>
              <a:rPr sz="1275" b="0">
                <a:solidFill>
                  <a:srgbClr val="53646B"/>
                </a:solidFill>
                <a:latin typeface="Arial"/>
                <a:ea typeface="Arial"/>
                <a:cs typeface="Arial"/>
              </a:rPr>
              <a:t>17 / 17</a:t>
            </a:r>
          </a:p>
        </p:txBody>
      </p:sp>
    </p:spTree>
    <p:extLst>
      <p:ext uri="{BB962C8B-B14F-4D97-AF65-F5344CB8AC3E}">
        <p14:creationId xmlns:p14="http://schemas.microsoft.com/office/powerpoint/2010/main" val="1116559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2026-10-07T16:14:58.9590000Z</dcterms:created>
  <dcterms:modified xsi:type="dcterms:W3CDTF">2026-10-07T16:14:58.9590000Z</dcterms:modified>
</coreProperties>
</file>